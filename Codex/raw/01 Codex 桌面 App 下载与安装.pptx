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openai.com/codex/" TargetMode="External" /><Relationship Id="rId3" Type="http://schemas.openxmlformats.org/officeDocument/2006/relationships/hyperlink" Target="https://chatgpt.com/codex/get-started/" TargetMode="External" /><Relationship Id="rId4" Type="http://schemas.openxmlformats.org/officeDocument/2006/relationships/hyperlink" Target="https://chatgpt.com/codex/get-started/" TargetMode="External" /><Relationship Id="rId7" Type="http://schemas.openxmlformats.org/officeDocument/2006/relationships/hyperlink" Target="./02-subscribe-plus.md" TargetMode="External" /><Relationship Id="rId8" Type="http://schemas.openxmlformats.org/officeDocument/2006/relationships/hyperlink" Target="./02-subscribe-plus.md" TargetMode="External" /><Relationship Id="rId6" Type="http://schemas.openxmlformats.org/officeDocument/2006/relationships/image" Target="../media/image2.png" /><Relationship Id="rId5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Codex 桌面 App 下载与安装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::: tip 最后核对 官方资料最后核对日期：2026-06-13。下载地址与安装方式以 </a:t>
            </a:r>
            <a:r>
              <a:rPr>
                <a:hlinkClick r:id="rId2"/>
              </a:rPr>
              <a:t>OpenAI Codex 产品页</a:t>
            </a:r>
            <a:r>
              <a:rPr/>
              <a:t> 和 </a:t>
            </a:r>
            <a:r>
              <a:rPr>
                <a:hlinkClick r:id="rId3"/>
              </a:rPr>
              <a:t>chatgpt.com/codex/get-started</a:t>
            </a:r>
            <a:r>
              <a:rPr/>
              <a:t> 为准，不同地区和账号套餐下可用功能可能有所差异。 :::</a:t>
            </a:r>
          </a:p>
          <a:p>
            <a:pPr lvl="0" indent="0" marL="0">
              <a:buNone/>
            </a:pPr>
            <a:r>
              <a:rPr/>
              <a:t>本教程里说的 </a:t>
            </a:r>
            <a:r>
              <a:rPr b="1"/>
              <a:t>Codex 桌面 App</a:t>
            </a:r>
            <a:r>
              <a:rPr/>
              <a:t>，是电脑上的客户端，不是手机 App。它由 OpenAI 官方发布，支持 macOS 和 Windows，安装后你可以在本地管理项目、发起任务、使用 Skills 和 Automations。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下载</a:t>
            </a:r>
          </a:p>
          <a:p>
            <a:pPr lvl="0" indent="0" marL="0">
              <a:buNone/>
            </a:pPr>
            <a:r>
              <a:rPr/>
              <a:t>打开 </a:t>
            </a:r>
            <a:r>
              <a:rPr>
                <a:hlinkClick r:id="rId4"/>
              </a:rPr>
              <a:t>chatgpt.com/codex/get-started</a:t>
            </a:r>
            <a:r>
              <a:rPr/>
              <a:t>，页面中央会显示对应系统的下载按钮。</a:t>
            </a:r>
          </a:p>
          <a:p>
            <a:pPr lvl="0" indent="0" marL="0">
              <a:buNone/>
            </a:pPr>
            <a:r>
              <a:rPr b="1"/>
              <a:t>macOS：</a:t>
            </a:r>
          </a:p>
        </p:txBody>
      </p:sp>
      <p:pic>
        <p:nvPicPr>
          <p:cNvPr descr="./assets/01%20Codex%20桌面%20App%20下载与安装/image-20260511172444574.png" id="0" name="Picture 1"/>
          <p:cNvPicPr>
            <a:picLocks noGrp="1"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3568700" y="825500"/>
            <a:ext cx="5105400" cy="264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Codex 桌面 App 下载页 macOS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点击「Download for macOS」下载 </a:t>
            </a:r>
            <a:r>
              <a:rPr>
                <a:latin typeface="Courier"/>
              </a:rPr>
              <a:t>.dmg</a:t>
            </a:r>
            <a:r>
              <a:rPr/>
              <a:t> 安装包。 1. 打开下载好的 </a:t>
            </a:r>
            <a:r>
              <a:rPr>
                <a:latin typeface="Courier"/>
              </a:rPr>
              <a:t>.dmg</a:t>
            </a:r>
            <a:r>
              <a:rPr/>
              <a:t> 文件 2. 把 Codex 图标拖进「Applications（应用程序）」文件夹 3. 首次启动时，macOS 可能弹出「无法验证开发者」——无需担心，打开「系统设置 → 隐私与安全性」，点击「仍要打开」即可</a:t>
            </a:r>
          </a:p>
          <a:p>
            <a:pPr lvl="0" indent="0" marL="0">
              <a:buNone/>
            </a:pPr>
            <a:r>
              <a:rPr b="1"/>
              <a:t>Windows：</a:t>
            </a:r>
          </a:p>
        </p:txBody>
      </p:sp>
      <p:pic>
        <p:nvPicPr>
          <p:cNvPr descr="./assets/01%20Codex%20桌面%20App%20下载与安装/chatgpt-codex-get-started-clean.png" id="0" name="Picture 1"/>
          <p:cNvPicPr>
            <a:picLocks noGrp="1"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3568700" y="685800"/>
            <a:ext cx="5105400" cy="290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Codex 桌面 App 下载页 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Windows 用户点击对应的下载按钮，下载完成后运行安装程序，按提示完成安装。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登录</a:t>
            </a:r>
          </a:p>
          <a:p>
            <a:pPr lvl="0" indent="0" marL="0">
              <a:buNone/>
            </a:pPr>
            <a:r>
              <a:rPr/>
              <a:t>安装完成后打开 App，使用 ChatGPT / OpenAI 账号登录。</a:t>
            </a:r>
          </a:p>
          <a:p>
            <a:pPr lvl="0" indent="0" marL="0">
              <a:buNone/>
            </a:pPr>
            <a:r>
              <a:rPr/>
              <a:t>::: warning 注意套餐限制 Codex 桌面 App 的完整功能（多 agent 并行、Skills、Automations 等）需要 </a:t>
            </a:r>
            <a:r>
              <a:rPr b="1"/>
              <a:t>Plus 及以上套餐</a:t>
            </a:r>
            <a:r>
              <a:rPr/>
              <a:t>。免费账号登录后部分功能会受限或无法使用。如需升级，参考下一章：</a:t>
            </a:r>
            <a:r>
              <a:rPr>
                <a:hlinkClick r:id="rId7"/>
              </a:rPr>
              <a:t>订阅 ChatGPT Plus</a:t>
            </a:r>
            <a:r>
              <a:rPr/>
              <a:t>。 :::</a:t>
            </a:r>
          </a:p>
          <a:p>
            <a:pPr lvl="0" indent="0" marL="0">
              <a:buNone/>
            </a:pPr>
            <a:r>
              <a:rPr/>
              <a:t>如果登录失败，可以尝试切换代理节点，比如非美国节点。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安装后验证</a:t>
            </a:r>
          </a:p>
          <a:p>
            <a:pPr lvl="0" indent="0" marL="0">
              <a:buNone/>
            </a:pPr>
            <a:r>
              <a:rPr/>
              <a:t>登录成功后，左侧栏会出现「Projects」和「Chats」两个入口，顶部显示当前账号信息。如果界面正常加载，说明安装成功。</a:t>
            </a:r>
          </a:p>
          <a:p>
            <a:pPr lvl="0" indent="0" marL="0">
              <a:buNone/>
            </a:pPr>
            <a:r>
              <a:rPr/>
              <a:t>下一步：</a:t>
            </a:r>
            <a:r>
              <a:rPr>
                <a:hlinkClick r:id="rId8"/>
              </a:rPr>
              <a:t>订阅 ChatGPT Plus / Pro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:description>Codex 桌面 App 下载与安装教程，说明 macOS、Windows 安装入口、账号登录和首次启动前的准备工作。</dc:description>
  <dcterms:created xsi:type="dcterms:W3CDTF">2026-06-20T06:13:05Z</dcterms:created>
  <dcterms:modified xsi:type="dcterms:W3CDTF">2026-06-20T06:13:05Z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exported_at">
    <vt:lpwstr>2026-06-20 00:01:05 +08:00</vt:lpwstr>
  </property>
  <property fmtid="{D5CDD505-2E9C-101B-9397-08002B2CF9AE}" pid="3" name="raw_source">
    <vt:lpwstr>https://raw.githubusercontent.com/freestylefly/CodexGuide/main/docs/guide/01-app-installation.md</vt:lpwstr>
  </property>
  <property fmtid="{D5CDD505-2E9C-101B-9397-08002B2CF9AE}" pid="4" name="source">
    <vt:lpwstr>https://codexguide.ai/guide/01-app-installation</vt:lpwstr>
  </property>
</Properties>
</file>