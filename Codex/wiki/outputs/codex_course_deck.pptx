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7dacbdbaad40d0" /><Relationship Type="http://schemas.openxmlformats.org/officeDocument/2006/relationships/extended-properties" Target="/docProps/app.xml" Id="Ra50f8da882f4496d" /><Relationship Type="http://schemas.openxmlformats.org/officeDocument/2006/relationships/officeDocument" Target="/ppt/presentation.xml" Id="R147139ec984c41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58d01204134ab5"/>
  </p:sldMasterIdLst>
  <p:notesMasterIdLst>
    <p:notesMasterId xmlns:r="http://schemas.openxmlformats.org/officeDocument/2006/relationships" r:id="R5ef54af20ebf4859"/>
  </p:notesMasterIdLst>
  <p:sldIdLst>
    <p:sldId xmlns:r="http://schemas.openxmlformats.org/officeDocument/2006/relationships" id="256" r:id="R772bf5b31872430f"/>
    <p:sldId xmlns:r="http://schemas.openxmlformats.org/officeDocument/2006/relationships" id="257" r:id="R65b427e7301b473a"/>
    <p:sldId xmlns:r="http://schemas.openxmlformats.org/officeDocument/2006/relationships" id="258" r:id="R6fa25e48ea014ff4"/>
    <p:sldId xmlns:r="http://schemas.openxmlformats.org/officeDocument/2006/relationships" id="259" r:id="R852de96ed1fd4da1"/>
    <p:sldId xmlns:r="http://schemas.openxmlformats.org/officeDocument/2006/relationships" id="260" r:id="R599eccb9adb14294"/>
    <p:sldId xmlns:r="http://schemas.openxmlformats.org/officeDocument/2006/relationships" id="261" r:id="Rfee43746ac454013"/>
    <p:sldId xmlns:r="http://schemas.openxmlformats.org/officeDocument/2006/relationships" id="262" r:id="R0b4cbe7d2f184942"/>
    <p:sldId xmlns:r="http://schemas.openxmlformats.org/officeDocument/2006/relationships" id="263" r:id="Rc27618fa77114ea5"/>
    <p:sldId xmlns:r="http://schemas.openxmlformats.org/officeDocument/2006/relationships" id="264" r:id="R4899676eed1346b4"/>
    <p:sldId xmlns:r="http://schemas.openxmlformats.org/officeDocument/2006/relationships" id="265" r:id="R16d710e176634f79"/>
    <p:sldId xmlns:r="http://schemas.openxmlformats.org/officeDocument/2006/relationships" id="266" r:id="Rde1e7b0c708b4126"/>
    <p:sldId xmlns:r="http://schemas.openxmlformats.org/officeDocument/2006/relationships" id="267" r:id="Rb0a4fb1d43e24aa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9354cc006c4b01" /><Relationship Type="http://schemas.openxmlformats.org/officeDocument/2006/relationships/slideMaster" Target="/ppt/slideMasters/slideMaster1.xml" Id="R8b58d01204134ab5" /><Relationship Type="http://schemas.openxmlformats.org/officeDocument/2006/relationships/notesMaster" Target="/ppt/notesMasters/notesMaster1.xml" Id="R5ef54af20ebf4859" /><Relationship Type="http://schemas.openxmlformats.org/officeDocument/2006/relationships/presProps" Target="/ppt/presProps.xml" Id="R7a27e3dc0434401f" /><Relationship Type="http://schemas.openxmlformats.org/officeDocument/2006/relationships/tableStyles" Target="/ppt/tableStyles.xml" Id="R620452d4900d4777" /><Relationship Type="http://schemas.openxmlformats.org/officeDocument/2006/relationships/slide" Target="/ppt/slides/slide1.xml" Id="R772bf5b31872430f" /><Relationship Type="http://schemas.openxmlformats.org/officeDocument/2006/relationships/slide" Target="/ppt/slides/slide2.xml" Id="R65b427e7301b473a" /><Relationship Type="http://schemas.openxmlformats.org/officeDocument/2006/relationships/slide" Target="/ppt/slides/slide3.xml" Id="R6fa25e48ea014ff4" /><Relationship Type="http://schemas.openxmlformats.org/officeDocument/2006/relationships/slide" Target="/ppt/slides/slide4.xml" Id="R852de96ed1fd4da1" /><Relationship Type="http://schemas.openxmlformats.org/officeDocument/2006/relationships/slide" Target="/ppt/slides/slide5.xml" Id="R599eccb9adb14294" /><Relationship Type="http://schemas.openxmlformats.org/officeDocument/2006/relationships/slide" Target="/ppt/slides/slide6.xml" Id="Rfee43746ac454013" /><Relationship Type="http://schemas.openxmlformats.org/officeDocument/2006/relationships/slide" Target="/ppt/slides/slide7.xml" Id="R0b4cbe7d2f184942" /><Relationship Type="http://schemas.openxmlformats.org/officeDocument/2006/relationships/slide" Target="/ppt/slides/slide8.xml" Id="Rc27618fa77114ea5" /><Relationship Type="http://schemas.openxmlformats.org/officeDocument/2006/relationships/slide" Target="/ppt/slides/slide9.xml" Id="R4899676eed1346b4" /><Relationship Type="http://schemas.openxmlformats.org/officeDocument/2006/relationships/slide" Target="/ppt/slides/slide10.xml" Id="R16d710e176634f79" /><Relationship Type="http://schemas.openxmlformats.org/officeDocument/2006/relationships/slide" Target="/ppt/slides/slide11.xml" Id="Rde1e7b0c708b4126" /><Relationship Type="http://schemas.openxmlformats.org/officeDocument/2006/relationships/slide" Target="/ppt/slides/slide12.xml" Id="Rb0a4fb1d43e24a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c76eb926de46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88aaeb9b624cba" /><Relationship Type="http://schemas.openxmlformats.org/officeDocument/2006/relationships/notesMaster" Target="/ppt/notesMasters/notesMaster1.xml" Id="R2a5e6345164a42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55204762e94b98" /><Relationship Type="http://schemas.openxmlformats.org/officeDocument/2006/relationships/notesMaster" Target="/ppt/notesMasters/notesMaster1.xml" Id="Rb6bbf9d656cc4d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e4ef2d88084766" /><Relationship Type="http://schemas.openxmlformats.org/officeDocument/2006/relationships/notesMaster" Target="/ppt/notesMasters/notesMaster1.xml" Id="Rb610014f2f5744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7da6d938c444d2" /><Relationship Type="http://schemas.openxmlformats.org/officeDocument/2006/relationships/notesMaster" Target="/ppt/notesMasters/notesMaster1.xml" Id="R586cf96c974643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6a4c3897cc41ac" /><Relationship Type="http://schemas.openxmlformats.org/officeDocument/2006/relationships/notesMaster" Target="/ppt/notesMasters/notesMaster1.xml" Id="R2d9dfa75cb8b41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781c32bf1e4844" /><Relationship Type="http://schemas.openxmlformats.org/officeDocument/2006/relationships/notesMaster" Target="/ppt/notesMasters/notesMaster1.xml" Id="Rdfa7e658e1c14a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e8e39c6bda425a" /><Relationship Type="http://schemas.openxmlformats.org/officeDocument/2006/relationships/notesMaster" Target="/ppt/notesMasters/notesMaster1.xml" Id="R771c0e757a2a48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205caf5f344fc4" /><Relationship Type="http://schemas.openxmlformats.org/officeDocument/2006/relationships/notesMaster" Target="/ppt/notesMasters/notesMaster1.xml" Id="R2e747c9110214c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24221337894f47" /><Relationship Type="http://schemas.openxmlformats.org/officeDocument/2006/relationships/notesMaster" Target="/ppt/notesMasters/notesMaster1.xml" Id="R6e30a21ff7fa4b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2a265f9c82458e" /><Relationship Type="http://schemas.openxmlformats.org/officeDocument/2006/relationships/notesMaster" Target="/ppt/notesMasters/notesMaster1.xml" Id="R569ed271fa254d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8d5e5e57834244" /><Relationship Type="http://schemas.openxmlformats.org/officeDocument/2006/relationships/notesMaster" Target="/ppt/notesMasters/notesMaster1.xml" Id="R21f35c561ad54a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b002adc560409e" /><Relationship Type="http://schemas.openxmlformats.org/officeDocument/2006/relationships/notesMaster" Target="/ppt/notesMasters/notesMaster1.xml" Id="R90566e8998cf4b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c547c5689444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b61360aa7449f7" /><Relationship Type="http://schemas.openxmlformats.org/officeDocument/2006/relationships/slideLayout" Target="/ppt/slideLayouts/slideLayout1.xml" Id="Rfa390bd2c9bd43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390bd2c9bd43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79a65032d4fab" /><Relationship Type="http://schemas.openxmlformats.org/officeDocument/2006/relationships/notesSlide" Target="/ppt/notesSlides/notesSlide1.xml" Id="Rf2d58a292dd447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12d0750bb4ea9" /><Relationship Type="http://schemas.openxmlformats.org/officeDocument/2006/relationships/notesSlide" Target="/ppt/notesSlides/notesSlide2.xml" Id="Ref08b960717c48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66e9f72c54c38" /><Relationship Type="http://schemas.openxmlformats.org/officeDocument/2006/relationships/notesSlide" Target="/ppt/notesSlides/notesSlide3.xml" Id="R6b09c8b008ff4c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91833492546ad" /><Relationship Type="http://schemas.openxmlformats.org/officeDocument/2006/relationships/notesSlide" Target="/ppt/notesSlides/notesSlide4.xml" Id="R47817748f03b45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e87bc45994077" /><Relationship Type="http://schemas.openxmlformats.org/officeDocument/2006/relationships/notesSlide" Target="/ppt/notesSlides/notesSlide5.xml" Id="R2284aba7a1a740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67b1d1b9342df" /><Relationship Type="http://schemas.openxmlformats.org/officeDocument/2006/relationships/notesSlide" Target="/ppt/notesSlides/notesSlide6.xml" Id="R61edd755805a47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52e5b55a54d53" /><Relationship Type="http://schemas.openxmlformats.org/officeDocument/2006/relationships/image" Target="/ppt/media/image.png" Id="Rc21615c174c64b3d" /><Relationship Type="http://schemas.openxmlformats.org/officeDocument/2006/relationships/image" Target="/ppt/media/image.svg" Id="Rf376de827dc64e09" /><Relationship Type="http://schemas.openxmlformats.org/officeDocument/2006/relationships/notesSlide" Target="/ppt/notesSlides/notesSlide7.xml" Id="Rd9f6621ae60544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7a420d5954cb0" /><Relationship Type="http://schemas.openxmlformats.org/officeDocument/2006/relationships/notesSlide" Target="/ppt/notesSlides/notesSlide8.xml" Id="R7a4840a5e24d43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136feee9e4b38" /><Relationship Type="http://schemas.openxmlformats.org/officeDocument/2006/relationships/notesSlide" Target="/ppt/notesSlides/notesSlide9.xml" Id="Rd98cb6fc5e634d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ba25f42334a27" /><Relationship Type="http://schemas.openxmlformats.org/officeDocument/2006/relationships/notesSlide" Target="/ppt/notesSlides/notesSlide10.xml" Id="R8d951af0815044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67870dcc942b5" /><Relationship Type="http://schemas.openxmlformats.org/officeDocument/2006/relationships/notesSlide" Target="/ppt/notesSlides/notesSlide11.xml" Id="R9abc6507795d4b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e9c061cc84018" /><Relationship Type="http://schemas.openxmlformats.org/officeDocument/2006/relationships/notesSlide" Target="/ppt/notesSlides/notesSlide12.xml" Id="R175dfc3a8a574a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53B60B-F869-4872-8221-FF93AFF8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Codex 入门到可控实战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16C88-B75F-47D8-936E-F927C81E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BD5E1"/>
                </a:solidFill>
              </a:defRPr>
            </a:pPr>
            <a:r>
              <a:rPr sz="1950" b="0">
                <a:solidFill>
                  <a:srgbClr val="CBD5E1"/>
                </a:solidFill>
              </a:rPr>
              <a:t>从入口选择、第一任务、安全边界到项目规则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B935E-139C-4554-8F73-160F8324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809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课堂演示包 v1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A992D-E858-4945-9389-7B64A7B1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95600"/>
            <a:ext cx="2762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讲义 + PPT + PDF + 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C7DE7-206F-4677-AA8E-83F2AB81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基于 raw/ 资料与课程型 wiki 生成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14506-66F2-4C36-96CD-3A9DC37D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76300"/>
            <a:ext cx="3143250" cy="476250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A92DE-EFBB-4C17-B695-2A653D07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525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课程主线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5AE6E-646E-4432-B05F-388AB408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</a:defRPr>
            </a:pPr>
            <a:r>
              <a:rPr sz="1800" b="0">
                <a:solidFill>
                  <a:srgbClr val="E2E8F0"/>
                </a:solidFill>
              </a:rPr>
              <a:t>1. 入口地图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971DC-6B6C-47A4-912C-D38E832E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432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</a:defRPr>
            </a:pPr>
            <a:r>
              <a:rPr sz="1800" b="0">
                <a:solidFill>
                  <a:srgbClr val="E2E8F0"/>
                </a:solidFill>
              </a:rPr>
              <a:t>2. 第一个任务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B1711-9FF0-4F8C-84E5-30425AE8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</a:defRPr>
            </a:pPr>
            <a:r>
              <a:rPr sz="1800" b="0">
                <a:solidFill>
                  <a:srgbClr val="E2E8F0"/>
                </a:solidFill>
              </a:rPr>
              <a:t>3. 安全护栏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019B3-27FA-4441-AEF8-815997AA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76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</a:defRPr>
            </a:pPr>
            <a:r>
              <a:rPr sz="1800" b="0">
                <a:solidFill>
                  <a:srgbClr val="E2E8F0"/>
                </a:solidFill>
              </a:rPr>
              <a:t>4. AGENTS.md</a:t>
            </a:r>
          </a:p>
        </p:txBody>
      </p:sp>
    </p:spTree>
    <p:extLst>
      <p:ext uri="{BB962C8B-B14F-4D97-AF65-F5344CB8AC3E}">
        <p14:creationId xmlns:p14="http://schemas.microsoft.com/office/powerpoint/2010/main" val="444886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FBCE09-338A-420A-8F1C-06881DA1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</a:defRPr>
            </a:pPr>
            <a:r>
              <a:rPr sz="1050" b="1">
                <a:solidFill>
                  <a:srgbClr val="1D4ED8"/>
                </a:solidFill>
              </a:rPr>
              <a:t>L00 /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D45C0-3166-4950-B224-8AB249A7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为什么不是一堆资料摘要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6946F-431E-4CB5-AF3D-97F48C4B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467"/>
                </a:solidFill>
              </a:defRPr>
            </a:pPr>
            <a:r>
              <a:rPr sz="1500" b="0">
                <a:solidFill>
                  <a:srgbClr val="475467"/>
                </a:solidFill>
              </a:rPr>
              <a:t>课程知识库要让知识复利，而不是每次重新推导。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D7674-68A9-45B5-A7CA-01BF166B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4DBCF-12E2-471D-9DB6-E169D7EB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B4DF4-0171-4FCD-BFCC-D69D00C5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Raw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690A0-9067-4DBB-A76D-9D5774E9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724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原始资料只读，是事实与素材来源。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FFCA9-125D-48C2-931C-51FF7390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38BEF-D4E8-4FFB-8DD7-FE90853D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1E52F-2B1A-44AC-A8F4-6B49A0B9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622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Wiki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301E0-68A0-47C3-82EE-235FD9ED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00350"/>
            <a:ext cx="2724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Codex 维护结构化知识层，持续更新链接、概念和课时。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B006E-F88C-4644-8EFC-BA34E735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C0413A-D2D4-46CE-9649-D6BBD491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8D272B-40F5-44F1-805C-EFD44920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Outputs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410B1-9D45-44AC-8390-56B0D5B0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724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讲义、PPT、PDF、演示脚本、练习包从 wiki 生成。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25714-FCB9-48CF-A496-1D7AEB29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课堂记忆句：不要把 Codex 课做成按钮说明书，要做成能反复更新的教学系统。</a:t>
            </a:r>
          </a:p>
        </p:txBody>
      </p:sp>
    </p:spTree>
    <p:extLst>
      <p:ext uri="{BB962C8B-B14F-4D97-AF65-F5344CB8AC3E}">
        <p14:creationId xmlns:p14="http://schemas.microsoft.com/office/powerpoint/2010/main" val="18631648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7A7B4A-0DA0-4F26-BB55-1C83627C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</a:defRPr>
            </a:pPr>
            <a:r>
              <a:rPr sz="1050" b="1">
                <a:solidFill>
                  <a:srgbClr val="1D4ED8"/>
                </a:solidFill>
              </a:rPr>
              <a:t>COURSE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338C1-D3E1-4912-AA91-626D4E95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第一版课程路径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4000D-B677-4348-A431-F8585369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467"/>
                </a:solidFill>
              </a:defRPr>
            </a:pPr>
            <a:r>
              <a:rPr sz="1500" b="0">
                <a:solidFill>
                  <a:srgbClr val="475467"/>
                </a:solidFill>
              </a:rPr>
              <a:t>先建立可控闭环，再扩展到 Skills、自动化和云端协作。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93C45-679F-49D9-B756-F9D75094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8191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86AA3-5EF0-4E69-8BD9-46F3B355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76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入口地图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2963E-AB18-4484-88C8-43B384BB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按任务选 App / CLI / IDE / Cloud / Mobile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5D89F-46E2-4B22-B7D0-E0FC19FE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8191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344BC-8441-459C-AD3D-A805263A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52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第一个任务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7C403-8EBA-48CA-ABED-BDA98E8E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718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小范围、可验证、能检查结果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C80A0-74A8-4294-869F-02B4E816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8191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A0CCE-BD85-4AF3-98DE-21F23200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29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安全护栏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420DF-FE3D-484B-A16E-0FC91704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481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沙盒、审批、Auto-review、风险判断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4A2513-2230-40F7-8B58-7068B868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8191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53C56A-A93C-4FDA-933D-018ACB13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05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项目规则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7DEA7-C98E-44C7-B093-24B5576A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244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用 AGENTS.md 固化长期约定</a:t>
            </a:r>
          </a:p>
        </p:txBody>
      </p:sp>
    </p:spTree>
    <p:extLst>
      <p:ext uri="{BB962C8B-B14F-4D97-AF65-F5344CB8AC3E}">
        <p14:creationId xmlns:p14="http://schemas.microsoft.com/office/powerpoint/2010/main" val="1415169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FDCDF9-F86A-460B-B71B-3381DE9E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</a:defRPr>
            </a:pPr>
            <a:r>
              <a:rPr sz="1050" b="1">
                <a:solidFill>
                  <a:srgbClr val="1D4ED8"/>
                </a:solidFill>
              </a:rPr>
              <a:t>L01 / SURFACES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EE0F4-B38A-4263-AB65-60CC80BB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Codex 不只是一个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2C186-6DD7-4991-A8E0-83FEF03F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467"/>
                </a:solidFill>
              </a:defRPr>
            </a:pPr>
            <a:r>
              <a:rPr sz="1500" b="0">
                <a:solidFill>
                  <a:srgbClr val="475467"/>
                </a:solidFill>
              </a:rPr>
              <a:t>入口选择取决于任务，而不是个人偏好。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2035B-098E-42ED-8C06-AA457F6E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C23F3-1116-447E-939B-B796CA38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5A07E-0CD7-494F-BF23-D06572DF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Desktop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F7C698-5336-40CB-A221-3B4CCE3E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本地项目、课堂演示、互动式任务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B5C06-2BA5-4A1B-983C-0DDA0E32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5B85C-E7C4-4775-88F5-98D53EE3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2B26A-2EA8-415F-ADF8-3DB67D5F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669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CLI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67321-8D97-43C0-ACFF-AF9DF8D4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0510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终端、脚本、仓库任务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089CE5-5EC2-4478-B4A2-8139815F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955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6C76D-107A-4C17-AD56-CBA38F67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9550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CC5EB-31A7-40CC-BF9D-6AF45D21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73BD74-54AE-4123-ADBC-F6169C7C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解释代码、局部修改、编辑器上下文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84B728-18F8-4F2E-96E7-01255736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1484E0-4ABD-4155-A8C3-5D6038B7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8A5369-B1BD-40E8-A808-02F0B98C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Cloud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A94C54-39E1-420E-A8CE-65C46FAA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远程仓库、长任务、PR 工作流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1C0B7-553E-4F0F-BE26-7C93FDBB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005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7BB01C-74BE-44D7-B2FE-4B0382AA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0050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0249F6-0BEA-42FD-A099-8181B6AD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719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Mobile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787937-E42D-4165-ADF5-5DD4AC8E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1010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查看、回复、审批桌面任务</a:t>
            </a:r>
          </a:p>
        </p:txBody>
      </p:sp>
    </p:spTree>
    <p:extLst>
      <p:ext uri="{BB962C8B-B14F-4D97-AF65-F5344CB8AC3E}">
        <p14:creationId xmlns:p14="http://schemas.microsoft.com/office/powerpoint/2010/main" val="21152006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1D97EE-4188-4C93-920A-91962B22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</a:defRPr>
            </a:pPr>
            <a:r>
              <a:rPr sz="1050" b="1">
                <a:solidFill>
                  <a:srgbClr val="1D4ED8"/>
                </a:solidFill>
              </a:rPr>
              <a:t>L02 / FIRST TASK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4AF1E-97AC-4860-9B0E-3B877390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第一个任务要小、清楚、可验证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F8C43-5F00-4BA6-B160-35E80E67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467"/>
                </a:solidFill>
              </a:defRPr>
            </a:pPr>
            <a:r>
              <a:rPr sz="1500" b="0">
                <a:solidFill>
                  <a:srgbClr val="475467"/>
                </a:solidFill>
              </a:rPr>
              <a:t>第一课不要追求酷，先追求可控。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8200C-DA8E-4E74-921A-C1A93AA8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619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9303C-C848-4CED-8C82-72F34BD6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73AC3-10F3-4A97-8499-706A0754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好任务四要素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4228F-B704-4409-AE1A-B1F4630A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32004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1. 文件范围</a:t>
            </a:r>
          </a:p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2. 目标结果</a:t>
            </a:r>
          </a:p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3. 不要做什么</a:t>
            </a:r>
          </a:p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4. 验证标准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94D1B-99A1-4401-8A22-565DE071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示例 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22325-E9CD-401E-B5A9-6504BA33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52700"/>
            <a:ext cx="628650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请先读取当前工作目录，说明你看到了哪些文件。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然后只修改 demo.md：整理成一份新手 Codex 入门清单，包含 5 个步骤和 3 个注意事项。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修改后请检查 Markdown 格式，并汇报你改了什么。</a:t>
            </a:r>
          </a:p>
        </p:txBody>
      </p:sp>
    </p:spTree>
    <p:extLst>
      <p:ext uri="{BB962C8B-B14F-4D97-AF65-F5344CB8AC3E}">
        <p14:creationId xmlns:p14="http://schemas.microsoft.com/office/powerpoint/2010/main" val="18937005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8A03B1-D8A1-4A2B-A82A-92EDC102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</a:defRPr>
            </a:pPr>
            <a:r>
              <a:rPr sz="1050" b="1">
                <a:solidFill>
                  <a:srgbClr val="1D4ED8"/>
                </a:solidFill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082AA-9D2E-4ECB-978E-5089A5C1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Codex 的基本执行循环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72E3A-062C-44BD-824B-39008E8B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467"/>
                </a:solidFill>
              </a:defRPr>
            </a:pPr>
            <a:r>
              <a:rPr sz="1500" b="0">
                <a:solidFill>
                  <a:srgbClr val="475467"/>
                </a:solidFill>
              </a:rPr>
              <a:t>让学员看懂过程，才知道如何复核。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C1E8A-2249-4F01-803B-1380085C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82D29-EC4D-4563-BD24-39D3DD77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44456-8C1D-4262-8B85-F48F013E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86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读上下文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9580F-09A6-40AD-96BA-2E4E4B79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860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FB108-7365-41C6-8953-C8F3F895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76550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20F12-3F15-4D99-9D56-00633621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86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计划小步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C2733-246B-4FAB-8B29-D85F8C66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860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FB448D-D264-4D6D-BEED-C21137B1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76550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FA884-2612-4AF8-9A9D-56BC996B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86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编辑文件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1D68C-ACEB-4544-9CDF-3AE90934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860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82BF84-08F9-4C47-9A48-1BA95CD8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76550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393218-5627-43AB-BE30-00B5D1BF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86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运行验证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2A39C-397B-4CE9-B923-EA8E0531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860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CC72D-513B-4A35-80C0-89E0C6E5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76550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4EEA37-E575-48BD-944F-E6C853DA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86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汇报结果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D41B81-B6FD-448C-A0CF-FE0BC42C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768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验收时看：改动范围是否一致、验证是否真实、最终说明是否能复现。</a:t>
            </a:r>
          </a:p>
        </p:txBody>
      </p:sp>
    </p:spTree>
    <p:extLst>
      <p:ext uri="{BB962C8B-B14F-4D97-AF65-F5344CB8AC3E}">
        <p14:creationId xmlns:p14="http://schemas.microsoft.com/office/powerpoint/2010/main" val="21139727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ACE629-B73A-4E86-AB55-BF4E4E33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</a:defRPr>
            </a:pPr>
            <a:r>
              <a:rPr sz="1050" b="1">
                <a:solidFill>
                  <a:srgbClr val="1D4ED8"/>
                </a:solidFill>
              </a:rPr>
              <a:t>L03 / SECURITY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5202D-6191-46EB-92CE-1F057E58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安全护栏：沙盒、审批、规则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CD545-2E55-4E61-B562-84178494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467"/>
                </a:solidFill>
              </a:defRPr>
            </a:pPr>
            <a:r>
              <a:rPr sz="1500" b="0">
                <a:solidFill>
                  <a:srgbClr val="475467"/>
                </a:solidFill>
              </a:rPr>
              <a:t>Codex 停下来问你，是在保护边界。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8E267-BD80-4DD7-8F34-3ED47603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952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B172A-82F2-4934-813C-C3425718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EE2DF-5492-4BFB-A1E9-A4561328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沙盒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E53B8-6BE2-4FE2-ACA5-18C60BF1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533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限制 Codex 能碰哪里。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2F54B-70D1-4263-8252-A1012825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2952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09C1C-D460-4E63-84F6-8577E85A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CAB0B8-ADA0-4DEA-B160-D7EB5CAA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669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审批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55342-9CDC-4C1F-83E2-83C5BF78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05100"/>
            <a:ext cx="2533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越界时暂停，让人判断。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982CE-DD4B-43FD-A4DB-C38C161F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2952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D2234-31F3-45BB-9F87-7FCF3635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BBDA5A-9665-4220-B512-819C9065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669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AECCC9-8AEA-49D7-B3B6-4D8355CC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05100"/>
            <a:ext cx="2533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提前写清哪些事不能做。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615c174c64b3d">
            <a:extLst>
              <a:ext uri="{96DAC541-7B7A-43D3-8B79-37D633B846F1}">
                <asvg:svgBlip xmlns:asvg="http://schemas.microsoft.com/office/drawing/2016/SVG/main" r:embed="Rf376de827dc64e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00500" y="4171950"/>
            <a:ext cx="419100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619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0243A6-44A8-4EFB-A9F4-E941BA8B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</a:defRPr>
            </a:pPr>
            <a:r>
              <a:rPr sz="1050" b="1">
                <a:solidFill>
                  <a:srgbClr val="1D4ED8"/>
                </a:solidFill>
              </a:rPr>
              <a:t>L03 / APPROVAL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D936C-2D1E-475F-B447-9B41F5B0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审批判断三问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F0C90-EA3A-4329-BD9A-21CC77A8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467"/>
                </a:solidFill>
              </a:defRPr>
            </a:pPr>
            <a:r>
              <a:rPr sz="1500" b="0">
                <a:solidFill>
                  <a:srgbClr val="475467"/>
                </a:solidFill>
              </a:rPr>
              <a:t>别只看 Codex 想做什么，要看为什么做、风险多大、能否替代。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7432F-951E-49A8-BAAF-BCE7CF5E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3238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2EC9F-F5C1-46A9-A1F1-D83825C0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C2377-4FFF-4E24-A69C-0D312044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必要吗？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8322F-8D29-48BD-9D99-518F4BF3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90850"/>
            <a:ext cx="28194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这个动作对当前任务是不是必须的？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6AE52-1D9D-4487-A0DB-8AC57235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238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6A6FD-7F21-4203-B29B-072CF23A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21CFC-038E-4BFB-9EF0-49BB6073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风险是什么？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58CA7C-AFC3-4E44-A246-0E0CC200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90850"/>
            <a:ext cx="28194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会不会读写项目外文件、联网、动凭据或生产环境？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2EAEE-F032-4625-8DF9-9513FDA1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238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56E587-65B5-4935-954A-6B2C19D5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76621-0634-42EA-9400-FED5FDDE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能替代吗？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0EBB0-D318-4A5E-9171-B914A23E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90850"/>
            <a:ext cx="28194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能不能只读、只用本地文件、缩小范围或先给计划？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164D52-7797-48F2-89E1-7D25E863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课堂默认：小步放行，明确拒绝高风险动作。</a:t>
            </a:r>
          </a:p>
        </p:txBody>
      </p:sp>
    </p:spTree>
    <p:extLst>
      <p:ext uri="{BB962C8B-B14F-4D97-AF65-F5344CB8AC3E}">
        <p14:creationId xmlns:p14="http://schemas.microsoft.com/office/powerpoint/2010/main" val="17745712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5A6BEB-0C79-4775-AA19-4B52A806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</a:defRPr>
            </a:pPr>
            <a:r>
              <a:rPr sz="1050" b="1">
                <a:solidFill>
                  <a:srgbClr val="1D4ED8"/>
                </a:solidFill>
              </a:rPr>
              <a:t>L04 / AGENTS.md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C29EA-9F10-48F9-B4D7-FF4D5061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把项目规则写成 Codex 的长期上下文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B859C-6F47-4715-9AE7-A6360166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467"/>
                </a:solidFill>
              </a:defRPr>
            </a:pPr>
            <a:r>
              <a:rPr sz="1500" b="0">
                <a:solidFill>
                  <a:srgbClr val="475467"/>
                </a:solidFill>
              </a:rPr>
              <a:t>AGENTS.md 写长期规则，不写一次性任务。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9739E-F86B-4855-A624-2721946C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38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3E875-0C46-485F-8D6E-4DB806F5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9A542-35C2-4EA4-8CCC-23E9AAFB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适合写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C9BD3-5671-4DBF-BD31-1C4A8E31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8194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项目目标</a:t>
            </a:r>
          </a:p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目录边界</a:t>
            </a:r>
          </a:p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验证要求</a:t>
            </a:r>
          </a:p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安全规则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8405F-7AC4-481F-AB08-684F0248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3238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67FC2-5DA4-46D5-A1DD-8CE3B587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23560-C693-41EE-B77A-B8CE141C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669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不适合写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C61C0-8B86-4DC5-8060-5889C2A3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05100"/>
            <a:ext cx="28194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今天这一次要做什么</a:t>
            </a:r>
          </a:p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临时讨论</a:t>
            </a:r>
          </a:p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敏感凭据</a:t>
            </a:r>
          </a:p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过长背景材料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BFC5C-E9C9-42E8-8EB7-E689789E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3238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7C433-8CE0-48DC-B34D-FB6E9EEB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5E2C8-4FAF-4A45-8EB0-F13F424C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669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最小规则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DEE3C7-B48E-41DF-BE9D-E23DDE02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05100"/>
            <a:ext cx="28194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Do not edit raw/.</a:t>
            </a:r>
          </a:p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Write pages under wiki/.</a:t>
            </a:r>
          </a:p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Update log.</a:t>
            </a:r>
          </a:p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Mark uncertain facts.</a:t>
            </a:r>
          </a:p>
        </p:txBody>
      </p:sp>
    </p:spTree>
    <p:extLst>
      <p:ext uri="{BB962C8B-B14F-4D97-AF65-F5344CB8AC3E}">
        <p14:creationId xmlns:p14="http://schemas.microsoft.com/office/powerpoint/2010/main" val="7086094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4473D6-6D47-4065-A8E6-1E0C5C6E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</a:defRPr>
            </a:pPr>
            <a:r>
              <a:rPr sz="1050" b="1">
                <a:solidFill>
                  <a:srgbClr val="1D4ED8"/>
                </a:solidFill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B1BA6-D60D-4C2B-AB95-FD8CB694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课堂练习包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169D7-259E-4986-8B3D-2F3DCEFA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467"/>
                </a:solidFill>
              </a:defRPr>
            </a:pPr>
            <a:r>
              <a:rPr sz="1500" b="0">
                <a:solidFill>
                  <a:srgbClr val="475467"/>
                </a:solidFill>
              </a:rPr>
              <a:t>让学员练选择、表达、判断和固化规则。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C3550-80EA-4649-A7AB-5F65575A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476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903A9-AF0E-4183-8AC8-030725C8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D29C9-DADD-4596-95C1-D57564C9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练习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26DF9-73B6-4D78-9A31-B859DF0F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057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为 5 个任务选择 Codex 入口。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5C19F7-237F-42B0-9B4A-318F1A08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90750"/>
            <a:ext cx="2476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61492-479F-4296-AE4E-0D37FE3B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907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D1A22-27F8-4F1C-BB77-4C1FC58B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622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练习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04412-14C5-424D-8212-E846FEDF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00350"/>
            <a:ext cx="2057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把模糊 Prompt 改成可执行任务。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DC7E0-94E0-4255-A03B-7AB6BF19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2476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5408C-3022-4866-99E1-6A291271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639E65-6DF8-435B-AD3F-3F2708A3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622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练习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B5C47-AF0E-4044-9E7B-0DAAA683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00350"/>
            <a:ext cx="2057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判断 5 个审批场景。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2E1AD-BDF4-4ECB-9D12-D6EF9F04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90750"/>
            <a:ext cx="2095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BEF12-97EE-446F-86E5-00058DDD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907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D7490D-6AB7-4780-A8A7-6694C60B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622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练习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4275FA-6E1A-49D3-9D29-628B7F39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00350"/>
            <a:ext cx="1676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写一份最小 AGENTS.md。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4A30DD-C658-4E47-BC3A-189CFAF7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验收标准：能说明选择原因，而不是只记住按钮位置。</a:t>
            </a:r>
          </a:p>
        </p:txBody>
      </p:sp>
    </p:spTree>
    <p:extLst>
      <p:ext uri="{BB962C8B-B14F-4D97-AF65-F5344CB8AC3E}">
        <p14:creationId xmlns:p14="http://schemas.microsoft.com/office/powerpoint/2010/main" val="13059794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1B940F-2F37-4486-AEDE-59062748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</a:defRPr>
            </a:pPr>
            <a:r>
              <a:rPr sz="1050" b="1">
                <a:solidFill>
                  <a:srgbClr val="1D4ED8"/>
                </a:solidFill>
              </a:rPr>
              <a:t>OUTPUTS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C48A4-AB32-44A0-B214-E3ABD6C5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本次生成的课堂资产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78A63-1729-4D8B-B25E-F12F566B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467"/>
                </a:solidFill>
              </a:defRPr>
            </a:pPr>
            <a:r>
              <a:rPr sz="1500" b="0">
                <a:solidFill>
                  <a:srgbClr val="475467"/>
                </a:solidFill>
              </a:rPr>
              <a:t>所有资产都保留 Markdown 源文件，方便继续迭代。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66D23-3951-4711-A913-4C52D279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3048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FA854-B904-474B-BB01-0FBA8BAD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85587-C926-452A-A420-B986BDBD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讲义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1B62B-CA29-479A-82DF-0CA07FB0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03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codex_lesson_handout.md / 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CCDC5-BED8-44AF-93D9-C4ECADFA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048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68034-E2C4-4EEF-8090-D5FEB829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014B5-2387-4E2A-9DA1-C9F084F7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PPT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1F77F-BC40-4723-A4D9-F316FE69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003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codex_course_deck.pptx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70EFA-45CF-439C-B712-AFCC804A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048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DBF5E-1E45-413A-8E13-BEB45CE0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A8A90-B8C4-46CC-B599-0E53B720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622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练习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60D0A5-0EC4-4A27-8CB3-C7F6DE74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003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codex_exercise_pack.md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A69F1-FBB6-4FF4-82D6-C0F8FB50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3048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C5062-84B0-4A5A-9056-A5A3CC4E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21321C-CD29-4AA7-8BFD-2FF41939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演示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E10C2-A4AE-47CC-AE92-42968FFE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053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codex_demo_scripts.md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F88D9B-5330-4287-93E7-EB079717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3048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28CE76-4A8B-4801-A271-F3109C35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69F22C-3F24-448B-86B0-494D38C4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672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图片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0F4547-0748-400F-BF0C-52EF6AC7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053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codex_asset_brief.md</a:t>
            </a:r>
          </a:p>
        </p:txBody>
      </p:sp>
    </p:spTree>
    <p:extLst>
      <p:ext uri="{BB962C8B-B14F-4D97-AF65-F5344CB8AC3E}">
        <p14:creationId xmlns:p14="http://schemas.microsoft.com/office/powerpoint/2010/main" val="14379144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47B4E6-55BD-422B-B14D-17900082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下一步扩展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5B600-4771-484B-98FB-8CC257B2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192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CBD5E1"/>
                </a:solidFill>
              </a:rPr>
              <a:t>把第一版闭环继续扩展成完整 Codex 课程。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A2C77-5233-428B-8EEF-5A521B78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Skills / Plugins / MCP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F1E05-B9B0-4933-AA19-AAF86E67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自动化任务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DA045-432A-470E-A043-8B8BE4D7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CLI 与 IDE 实战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732FF-401C-46CD-965C-92A0E149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排障与复盘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3A1B7-29C9-473F-8D45-89CCA407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4A3B8"/>
                </a:solidFill>
              </a:defRPr>
            </a:pPr>
            <a:r>
              <a:rPr sz="1650" b="0">
                <a:solidFill>
                  <a:srgbClr val="94A3B8"/>
                </a:solidFill>
              </a:rPr>
              <a:t>课程知识库会继续复利增长。</a:t>
            </a:r>
          </a:p>
        </p:txBody>
      </p:sp>
    </p:spTree>
    <p:extLst>
      <p:ext uri="{BB962C8B-B14F-4D97-AF65-F5344CB8AC3E}">
        <p14:creationId xmlns:p14="http://schemas.microsoft.com/office/powerpoint/2010/main" val="8969890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2026-06-20T04:45:56.5890000Z</dcterms:created>
  <dcterms:modified xsi:type="dcterms:W3CDTF">2026-06-20T04:45:56.5890000Z</dcterms:modified>
</coreProperties>
</file>